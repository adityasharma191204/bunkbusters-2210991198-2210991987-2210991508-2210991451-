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4" d="100"/>
          <a:sy n="74" d="100"/>
        </p:scale>
        <p:origin x="10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1" name="Shape 31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5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37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38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9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41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6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43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44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5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47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4519"/>
            <a:ext cx="8229241" cy="397728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9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4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61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62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3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65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0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67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68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9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71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4519"/>
            <a:ext cx="8229241" cy="397728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3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8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85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86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7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89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4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91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92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3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5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4519"/>
            <a:ext cx="4015800" cy="397728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PlaceHolder 3"/>
          <p:cNvSpPr>
            <a:spLocks noGrp="1"/>
          </p:cNvSpPr>
          <p:nvPr>
            <p:ph type="body" sz="half" idx="21"/>
          </p:nvPr>
        </p:nvSpPr>
        <p:spPr>
          <a:xfrm>
            <a:off x="4674239" y="1604519"/>
            <a:ext cx="4015800" cy="397728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 spc="-100"/>
            </a:pPr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08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3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10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11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2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14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9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16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17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8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20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1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0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31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6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33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34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5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37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2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39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40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1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43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0" y="0"/>
            <a:ext cx="5486040" cy="423828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3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54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9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56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57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8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60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5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62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63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4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66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16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9" name="PlaceHolder 3"/>
          <p:cNvSpPr/>
          <p:nvPr/>
        </p:nvSpPr>
        <p:spPr>
          <a:xfrm>
            <a:off x="4674239" y="1604519"/>
            <a:ext cx="4015800" cy="39772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z="3200" spc="-100"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70" name="PlaceHolder 4"/>
          <p:cNvSpPr>
            <a:spLocks noGrp="1"/>
          </p:cNvSpPr>
          <p:nvPr>
            <p:ph type="body" sz="quarter" idx="21"/>
          </p:nvPr>
        </p:nvSpPr>
        <p:spPr>
          <a:xfrm>
            <a:off x="457199" y="3682079"/>
            <a:ext cx="4015801" cy="18968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 spc="-100"/>
            </a:pPr>
            <a:endParaRPr/>
          </a:p>
        </p:txBody>
      </p:sp>
      <p:sp>
        <p:nvSpPr>
          <p:cNvPr id="1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0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5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82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83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4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86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1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88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89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90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92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19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4519"/>
            <a:ext cx="4015800" cy="397728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5" name="PlaceHolder 3"/>
          <p:cNvSpPr/>
          <p:nvPr/>
        </p:nvSpPr>
        <p:spPr>
          <a:xfrm>
            <a:off x="4674239" y="1604519"/>
            <a:ext cx="4015800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z="3200" spc="-100"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6" name="PlaceHolder 4"/>
          <p:cNvSpPr>
            <a:spLocks noGrp="1"/>
          </p:cNvSpPr>
          <p:nvPr>
            <p:ph type="body" sz="quarter" idx="21"/>
          </p:nvPr>
        </p:nvSpPr>
        <p:spPr>
          <a:xfrm>
            <a:off x="4674239" y="3682079"/>
            <a:ext cx="4015800" cy="18968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 spc="-100"/>
            </a:pPr>
            <a:endParaRPr/>
          </a:p>
        </p:txBody>
      </p:sp>
      <p:sp>
        <p:nvSpPr>
          <p:cNvPr id="1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5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06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1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08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209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0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12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7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14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215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6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18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22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1" name="PlaceHolder 3"/>
          <p:cNvSpPr/>
          <p:nvPr/>
        </p:nvSpPr>
        <p:spPr>
          <a:xfrm>
            <a:off x="4674239" y="1604519"/>
            <a:ext cx="4015800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z="3200" spc="-100"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22" name="PlaceHolder 4"/>
          <p:cNvSpPr>
            <a:spLocks noGrp="1"/>
          </p:cNvSpPr>
          <p:nvPr>
            <p:ph type="body" sz="half" idx="21"/>
          </p:nvPr>
        </p:nvSpPr>
        <p:spPr>
          <a:xfrm>
            <a:off x="457199" y="3682079"/>
            <a:ext cx="8229242" cy="18968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 spc="-100"/>
            </a:pPr>
            <a:endParaRPr/>
          </a:p>
        </p:txBody>
      </p:sp>
      <p:sp>
        <p:nvSpPr>
          <p:cNvPr id="2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1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32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7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34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235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36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38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9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43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40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241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2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44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24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4519"/>
            <a:ext cx="8229241" cy="189684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7" name="PlaceHolder 3"/>
          <p:cNvSpPr>
            <a:spLocks noGrp="1"/>
          </p:cNvSpPr>
          <p:nvPr>
            <p:ph type="body" sz="half" idx="21"/>
          </p:nvPr>
        </p:nvSpPr>
        <p:spPr>
          <a:xfrm>
            <a:off x="457199" y="3682079"/>
            <a:ext cx="8229242" cy="18968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 spc="-100"/>
            </a:pPr>
            <a:endParaRPr/>
          </a:p>
        </p:txBody>
      </p:sp>
      <p:sp>
        <p:nvSpPr>
          <p:cNvPr id="2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6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57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8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2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59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260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1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63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8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65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266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7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69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70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27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2" name="PlaceHolder 3"/>
          <p:cNvSpPr/>
          <p:nvPr/>
        </p:nvSpPr>
        <p:spPr>
          <a:xfrm>
            <a:off x="4674239" y="1604519"/>
            <a:ext cx="4015800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z="3200" spc="-100"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73" name="PlaceHolder 4"/>
          <p:cNvSpPr/>
          <p:nvPr/>
        </p:nvSpPr>
        <p:spPr>
          <a:xfrm>
            <a:off x="457199" y="3682079"/>
            <a:ext cx="4015801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z="3200" spc="-100"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74" name="PlaceHolder 5"/>
          <p:cNvSpPr>
            <a:spLocks noGrp="1"/>
          </p:cNvSpPr>
          <p:nvPr>
            <p:ph type="body" sz="quarter" idx="21"/>
          </p:nvPr>
        </p:nvSpPr>
        <p:spPr>
          <a:xfrm>
            <a:off x="4674239" y="3682079"/>
            <a:ext cx="4015800" cy="18968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 spc="-100"/>
            </a:pPr>
            <a:endParaRPr/>
          </a:p>
        </p:txBody>
      </p:sp>
      <p:sp>
        <p:nvSpPr>
          <p:cNvPr id="2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3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84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89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86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287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88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90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95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92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293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94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96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97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2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4519"/>
            <a:ext cx="2649601" cy="189684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9" name="PlaceHolder 3"/>
          <p:cNvSpPr/>
          <p:nvPr/>
        </p:nvSpPr>
        <p:spPr>
          <a:xfrm>
            <a:off x="3239640" y="1604519"/>
            <a:ext cx="2649601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z="3200" spc="-100"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00" name="PlaceHolder 4"/>
          <p:cNvSpPr/>
          <p:nvPr/>
        </p:nvSpPr>
        <p:spPr>
          <a:xfrm>
            <a:off x="6022080" y="1604519"/>
            <a:ext cx="2649601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z="3200" spc="-100"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01" name="PlaceHolder 5"/>
          <p:cNvSpPr/>
          <p:nvPr/>
        </p:nvSpPr>
        <p:spPr>
          <a:xfrm>
            <a:off x="457199" y="3682079"/>
            <a:ext cx="2649602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z="3200" spc="-100"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02" name="PlaceHolder 6"/>
          <p:cNvSpPr/>
          <p:nvPr/>
        </p:nvSpPr>
        <p:spPr>
          <a:xfrm>
            <a:off x="3239640" y="3682079"/>
            <a:ext cx="2649601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z="3200" spc="-100"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03" name="PlaceHolder 7"/>
          <p:cNvSpPr>
            <a:spLocks noGrp="1"/>
          </p:cNvSpPr>
          <p:nvPr>
            <p:ph type="body" sz="quarter" idx="21"/>
          </p:nvPr>
        </p:nvSpPr>
        <p:spPr>
          <a:xfrm>
            <a:off x="6022080" y="3682079"/>
            <a:ext cx="2649601" cy="18968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 spc="-100"/>
            </a:pPr>
            <a:endParaRPr/>
          </a:p>
        </p:txBody>
      </p:sp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" name="Picture 10" descr="Picture 10"/>
          <p:cNvPicPr>
            <a:picLocks noChangeAspect="1"/>
          </p:cNvPicPr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10" descr="Picture 10"/>
          <p:cNvPicPr>
            <a:picLocks noChangeAspect="1"/>
          </p:cNvPicPr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6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7" name="Picture 9" descr="Picture 9"/>
            <p:cNvPicPr>
              <a:picLocks noChangeAspect="1"/>
            </p:cNvPicPr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0" name="Picture 15" descr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Picture 10" descr="Picture 10"/>
          <p:cNvPicPr>
            <a:picLocks noChangeAspect="1"/>
          </p:cNvPicPr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79" y="228600"/>
            <a:ext cx="2057041" cy="634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2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3" name="Picture 9" descr="Picture 9"/>
            <p:cNvPicPr>
              <a:picLocks noChangeAspect="1"/>
            </p:cNvPicPr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6" name="Picture 15" descr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18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 spc="-1">
                <a:solidFill>
                  <a:srgbClr val="89898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3080" marR="0" indent="-34271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822" marR="0" indent="-326262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sz="32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079" marR="0" indent="-30431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143" marR="0" indent="-36518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sz="32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343" marR="0" indent="-36518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»"/>
        <a:tabLst/>
        <a:defRPr sz="32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924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496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6068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640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Box 1"/>
          <p:cNvSpPr txBox="1"/>
          <p:nvPr/>
        </p:nvSpPr>
        <p:spPr>
          <a:xfrm>
            <a:off x="78302" y="1074807"/>
            <a:ext cx="8987394" cy="892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2600" b="1"/>
            </a:lvl1pPr>
          </a:lstStyle>
          <a:p>
            <a:r>
              <a:rPr sz="2400" dirty="0"/>
              <a:t>Project Presentation of CO-OP Project at Industry (Module-2</a:t>
            </a:r>
            <a:r>
              <a:rPr lang="en-US" sz="2400" dirty="0"/>
              <a:t>)</a:t>
            </a:r>
            <a:endParaRPr lang="en-IN" dirty="0"/>
          </a:p>
          <a:p>
            <a:r>
              <a:rPr lang="en-IN" dirty="0"/>
              <a:t>ON</a:t>
            </a:r>
            <a:endParaRPr dirty="0"/>
          </a:p>
        </p:txBody>
      </p:sp>
      <p:sp>
        <p:nvSpPr>
          <p:cNvPr id="314" name="TextBox 2"/>
          <p:cNvSpPr txBox="1"/>
          <p:nvPr/>
        </p:nvSpPr>
        <p:spPr>
          <a:xfrm>
            <a:off x="1038499" y="1963959"/>
            <a:ext cx="7066996" cy="95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2800" b="1" u="sng"/>
            </a:lvl1pPr>
          </a:lstStyle>
          <a:p>
            <a:r>
              <a:rPr lang="en-US" u="none" dirty="0" err="1"/>
              <a:t>BunkBusters</a:t>
            </a:r>
            <a:r>
              <a:rPr lang="en-US" u="none" dirty="0"/>
              <a:t>: </a:t>
            </a:r>
            <a:r>
              <a:rPr lang="en-US" sz="2400" u="none" dirty="0"/>
              <a:t>Ge</a:t>
            </a:r>
            <a:r>
              <a:rPr lang="en-US" u="none" dirty="0"/>
              <a:t>o-Fenced and </a:t>
            </a:r>
          </a:p>
          <a:p>
            <a:r>
              <a:rPr lang="en-US" u="none" dirty="0"/>
              <a:t>Device-Bound Smart Attendance System</a:t>
            </a:r>
          </a:p>
        </p:txBody>
      </p:sp>
      <p:sp>
        <p:nvSpPr>
          <p:cNvPr id="315" name="TextBox 3"/>
          <p:cNvSpPr txBox="1"/>
          <p:nvPr/>
        </p:nvSpPr>
        <p:spPr>
          <a:xfrm>
            <a:off x="2826648" y="3207053"/>
            <a:ext cx="3490697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/>
            <a:r>
              <a:rPr dirty="0"/>
              <a:t>Aditya Sharma - 2210991198</a:t>
            </a:r>
          </a:p>
          <a:p>
            <a:pPr algn="ctr"/>
            <a:r>
              <a:rPr dirty="0"/>
              <a:t>Nischay Bareja - 2210991987</a:t>
            </a:r>
          </a:p>
          <a:p>
            <a:pPr algn="ctr"/>
            <a:r>
              <a:rPr dirty="0"/>
              <a:t>Dhruv Jain - 2210991508</a:t>
            </a:r>
          </a:p>
          <a:p>
            <a:pPr algn="ctr"/>
            <a:r>
              <a:rPr dirty="0"/>
              <a:t>Chaitanya Chadha - 2210991451</a:t>
            </a:r>
          </a:p>
        </p:txBody>
      </p:sp>
      <p:sp>
        <p:nvSpPr>
          <p:cNvPr id="316" name="TextBox 4"/>
          <p:cNvSpPr txBox="1"/>
          <p:nvPr/>
        </p:nvSpPr>
        <p:spPr>
          <a:xfrm>
            <a:off x="3381550" y="4790760"/>
            <a:ext cx="238089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b="1"/>
            </a:lvl1pPr>
          </a:lstStyle>
          <a:p>
            <a:r>
              <a:rPr lang="en-US" dirty="0"/>
              <a:t>Supervised By</a:t>
            </a:r>
          </a:p>
          <a:p>
            <a:r>
              <a:rPr dirty="0"/>
              <a:t>Dr. Isha Kansal</a:t>
            </a:r>
          </a:p>
        </p:txBody>
      </p:sp>
      <p:sp>
        <p:nvSpPr>
          <p:cNvPr id="317" name="TextBox 5"/>
          <p:cNvSpPr txBox="1"/>
          <p:nvPr/>
        </p:nvSpPr>
        <p:spPr>
          <a:xfrm>
            <a:off x="487387" y="5658928"/>
            <a:ext cx="8169215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400"/>
            </a:lvl1pPr>
          </a:lstStyle>
          <a:p>
            <a:r>
              <a:rPr lang="en-US" sz="2000" dirty="0"/>
              <a:t>Department of Computer Science and Engineering,</a:t>
            </a:r>
          </a:p>
          <a:p>
            <a:r>
              <a:rPr lang="en-US" sz="2000" dirty="0"/>
              <a:t>Chitkara University, Punjab</a:t>
            </a:r>
            <a:endParaRPr sz="20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Box 1"/>
          <p:cNvSpPr txBox="1"/>
          <p:nvPr/>
        </p:nvSpPr>
        <p:spPr>
          <a:xfrm>
            <a:off x="502919" y="365759"/>
            <a:ext cx="2029878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600" b="1"/>
            </a:lvl1pPr>
          </a:lstStyle>
          <a:p>
            <a:r>
              <a:t>Introduction</a:t>
            </a:r>
          </a:p>
        </p:txBody>
      </p:sp>
      <p:sp>
        <p:nvSpPr>
          <p:cNvPr id="320" name="TextBox 2"/>
          <p:cNvSpPr txBox="1"/>
          <p:nvPr/>
        </p:nvSpPr>
        <p:spPr>
          <a:xfrm>
            <a:off x="397935" y="1220643"/>
            <a:ext cx="8348130" cy="288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BunkBusters</a:t>
            </a:r>
            <a:r>
              <a:t> is a smart attendance monitoring system designed to prevent proxy attendance and improve classroom discipline.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The system uses </a:t>
            </a:r>
            <a:r>
              <a:t>geo-fencing, device &amp; SIM verification, continuous location tracking, and identity confirmation</a:t>
            </a:r>
            <a:r>
              <a:rPr b="0"/>
              <a:t> for secure attendance marking.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Attendance is calculated only when the student remains physically present inside the classroom for the required duration.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Teacher-controlled session management</a:t>
            </a:r>
            <a:r>
              <a:t> ensures flexibility and fairness in attendance calculation.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Box 1"/>
          <p:cNvSpPr txBox="1"/>
          <p:nvPr/>
        </p:nvSpPr>
        <p:spPr>
          <a:xfrm>
            <a:off x="502919" y="365759"/>
            <a:ext cx="3113347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600" b="1"/>
            </a:lvl1pPr>
          </a:lstStyle>
          <a:p>
            <a:r>
              <a:t>Problem Statement</a:t>
            </a:r>
          </a:p>
        </p:txBody>
      </p:sp>
      <p:sp>
        <p:nvSpPr>
          <p:cNvPr id="323" name="TextBox 2"/>
          <p:cNvSpPr txBox="1"/>
          <p:nvPr/>
        </p:nvSpPr>
        <p:spPr>
          <a:xfrm>
            <a:off x="393700" y="1220643"/>
            <a:ext cx="8028256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Most traditional attendance systems are not fully reliable and can be easily misused by students.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 many cases, students are able to mark proxy attendance or leave the classroom immediately after attendance is recorded.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Existing QR-code and GPS-based attendance systems only verify presence at a single moment and fail to ensure continuous classroom participation.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Current systems also lack proper teacher-controlled session management, which creates unfair attendance calculation when classes are delayed, cancelled, or ended early.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Box 1"/>
          <p:cNvSpPr txBox="1"/>
          <p:nvPr/>
        </p:nvSpPr>
        <p:spPr>
          <a:xfrm>
            <a:off x="502919" y="365759"/>
            <a:ext cx="3039181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600" b="1"/>
            </a:lvl1pPr>
          </a:lstStyle>
          <a:p>
            <a:r>
              <a:t>Proposed Solution</a:t>
            </a:r>
          </a:p>
        </p:txBody>
      </p:sp>
      <p:sp>
        <p:nvSpPr>
          <p:cNvPr id="326" name="TextBox 2"/>
          <p:cNvSpPr txBox="1"/>
          <p:nvPr/>
        </p:nvSpPr>
        <p:spPr>
          <a:xfrm>
            <a:off x="393700" y="1219200"/>
            <a:ext cx="8249278" cy="4536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BunkBusters uses a multi-layered attendance verification system to ensure secure and fair attendance marking. The system combines teacher session control, device authentication, location tracking, and identity verification to confirm real classroom presence.</a:t>
            </a:r>
          </a:p>
          <a:p>
            <a:pPr defTabSz="457200">
              <a:spcBef>
                <a:spcPts val="1400"/>
              </a:spcBef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Key Features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Teacher manually starts and ends attendance sessions.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Student accounts are linked with registered devices and SIM cards.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Continuous geo-fence monitoring tracks classroom presence throughout the session.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End-of-class live photo verification confirms student identity.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Attendance is marked only after all verification conditions are successfully completed.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Box 1"/>
          <p:cNvSpPr txBox="1"/>
          <p:nvPr/>
        </p:nvSpPr>
        <p:spPr>
          <a:xfrm>
            <a:off x="502919" y="365759"/>
            <a:ext cx="2850380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600" b="1"/>
            </a:lvl1pPr>
          </a:lstStyle>
          <a:p>
            <a:r>
              <a:t>System Workflow</a:t>
            </a:r>
          </a:p>
        </p:txBody>
      </p:sp>
      <p:sp>
        <p:nvSpPr>
          <p:cNvPr id="329" name="TextBox 2"/>
          <p:cNvSpPr txBox="1"/>
          <p:nvPr/>
        </p:nvSpPr>
        <p:spPr>
          <a:xfrm>
            <a:off x="393700" y="1219200"/>
            <a:ext cx="8398256" cy="3952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BunkBusters system follows a step-by-step attendance verification process to ensure secure and accurate attendance marking throughout the classroom session.</a:t>
            </a:r>
          </a:p>
          <a:p>
            <a:pPr defTabSz="457200">
              <a:spcBef>
                <a:spcPts val="1400"/>
              </a:spcBef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Workflow Steps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Students register using their college credentials along with device and SIM details.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teacher activates the classroom attendance session manually.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Geo-fence monitoring continuously checks whether students remain inside the classroom boundary.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At the end of the session, students complete live identity verification through the application.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Attendance is marked only when all verification conditions are successfully satisfied.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Box 1"/>
          <p:cNvSpPr txBox="1"/>
          <p:nvPr/>
        </p:nvSpPr>
        <p:spPr>
          <a:xfrm>
            <a:off x="502919" y="365759"/>
            <a:ext cx="2178049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600" b="1"/>
            </a:lvl1pPr>
          </a:lstStyle>
          <a:p>
            <a:r>
              <a:t>Key Features</a:t>
            </a:r>
          </a:p>
        </p:txBody>
      </p:sp>
      <p:sp>
        <p:nvSpPr>
          <p:cNvPr id="332" name="TextBox 2"/>
          <p:cNvSpPr txBox="1"/>
          <p:nvPr/>
        </p:nvSpPr>
        <p:spPr>
          <a:xfrm>
            <a:off x="393700" y="1219200"/>
            <a:ext cx="7589520" cy="435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BunkBusters combines multiple security and monitoring layers to create a reliable and transparent attendance management system.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Continuous Location Monitoring</a:t>
            </a:r>
            <a:r>
              <a:t> ensures students remain inside the classroom for the required duration.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Device and SIM Verification</a:t>
            </a:r>
            <a:r>
              <a:t> prevents unauthorized login and proxy attendance.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Teacher-Controlled Session Timing</a:t>
            </a:r>
            <a:r>
              <a:t> allows flexible attendance calculation based on actual class duration.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End-of-Session Identity Confirmation</a:t>
            </a:r>
            <a:r>
              <a:t> verifies the presence of the real student.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Automated Attendance Records</a:t>
            </a:r>
            <a:r>
              <a:t> improve transparency and reduce manual effort for teachers.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Box 1"/>
          <p:cNvSpPr txBox="1"/>
          <p:nvPr/>
        </p:nvSpPr>
        <p:spPr>
          <a:xfrm>
            <a:off x="502919" y="365759"/>
            <a:ext cx="1975866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600" b="1"/>
            </a:lvl1pPr>
          </a:lstStyle>
          <a:p>
            <a:r>
              <a:t>Advantages</a:t>
            </a:r>
          </a:p>
        </p:txBody>
      </p:sp>
      <p:sp>
        <p:nvSpPr>
          <p:cNvPr id="335" name="TextBox 2"/>
          <p:cNvSpPr txBox="1"/>
          <p:nvPr/>
        </p:nvSpPr>
        <p:spPr>
          <a:xfrm>
            <a:off x="393700" y="1219200"/>
            <a:ext cx="7589520" cy="3190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proposed system provides a secure and efficient attendance management solution that improves fairness, transparency, and classroom discipline.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Reduces </a:t>
            </a:r>
            <a:r>
              <a:rPr b="1"/>
              <a:t>proxy attendance</a:t>
            </a:r>
            <a:r>
              <a:t> and unauthorized login misuse.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Ensures </a:t>
            </a:r>
            <a:r>
              <a:t>real physical classroom presence</a:t>
            </a:r>
            <a:r>
              <a:rPr b="0"/>
              <a:t> throughout the session.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Improves transparency and fairness in attendance calculation.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Reduces manual work and saves teacher time through automation.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Provides a scalable solution without requiring expensive hardware installation.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Box 1"/>
          <p:cNvSpPr txBox="1"/>
          <p:nvPr/>
        </p:nvSpPr>
        <p:spPr>
          <a:xfrm>
            <a:off x="502919" y="365759"/>
            <a:ext cx="3107059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600" b="1"/>
            </a:lvl1pPr>
          </a:lstStyle>
          <a:p>
            <a:r>
              <a:t>Technologies Used</a:t>
            </a:r>
          </a:p>
        </p:txBody>
      </p:sp>
      <p:sp>
        <p:nvSpPr>
          <p:cNvPr id="338" name="TextBox 2"/>
          <p:cNvSpPr txBox="1"/>
          <p:nvPr/>
        </p:nvSpPr>
        <p:spPr>
          <a:xfrm>
            <a:off x="393700" y="1219200"/>
            <a:ext cx="7589521" cy="435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proposed system integrates multiple software components and verification modules to ensure secure and accurate attendance monitoring.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Mobile Application</a:t>
            </a:r>
            <a:r>
              <a:t> – Used by students for attendance tracking and identity verification.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Teacher Dashboard</a:t>
            </a:r>
            <a:r>
              <a:t> – Allows teachers to start, manage, and end attendance sessions.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Backend Server and Database</a:t>
            </a:r>
            <a:r>
              <a:t> – Stores student records, session details, and attendance logs.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GPS and Altitude-Based Geo-Fencing</a:t>
            </a:r>
            <a:r>
              <a:t> – Detects whether students are physically present inside the classroom boundary.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Identity Verification Module</a:t>
            </a:r>
            <a:r>
              <a:t> – Performs end-of-session student identity confirmation.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Box 1"/>
          <p:cNvSpPr txBox="1"/>
          <p:nvPr/>
        </p:nvSpPr>
        <p:spPr>
          <a:xfrm>
            <a:off x="502919" y="365759"/>
            <a:ext cx="2214003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600" b="1"/>
            </a:lvl1pPr>
          </a:lstStyle>
          <a:p>
            <a:r>
              <a:t>Future Scope</a:t>
            </a:r>
          </a:p>
        </p:txBody>
      </p:sp>
      <p:sp>
        <p:nvSpPr>
          <p:cNvPr id="341" name="TextBox 2"/>
          <p:cNvSpPr txBox="1"/>
          <p:nvPr/>
        </p:nvSpPr>
        <p:spPr>
          <a:xfrm>
            <a:off x="393700" y="1219200"/>
            <a:ext cx="7589520" cy="3622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proposed system can be further enhanced with advanced technologies and large-scale deployment capabilities.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AI-Based Attendance Analytics</a:t>
            </a:r>
            <a:r>
              <a:t> for monitoring attendance patterns and student participation.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ERP Integration</a:t>
            </a:r>
            <a:r>
              <a:t> to connect attendance records with university management systems.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Advanced Anti-Spoofing Mechanisms</a:t>
            </a:r>
            <a:r>
              <a:t> to improve security and prevent identity misuse.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Cloud-Based Deployment</a:t>
            </a:r>
            <a:r>
              <a:t> for supporting large institutions and multiple campuses efficiently.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Box 1"/>
          <p:cNvSpPr txBox="1"/>
          <p:nvPr/>
        </p:nvSpPr>
        <p:spPr>
          <a:xfrm>
            <a:off x="502919" y="365759"/>
            <a:ext cx="1901861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600" b="1"/>
            </a:lvl1pPr>
          </a:lstStyle>
          <a:p>
            <a:r>
              <a:t>Conclusion</a:t>
            </a:r>
          </a:p>
        </p:txBody>
      </p:sp>
      <p:sp>
        <p:nvSpPr>
          <p:cNvPr id="344" name="TextBox 2"/>
          <p:cNvSpPr txBox="1"/>
          <p:nvPr/>
        </p:nvSpPr>
        <p:spPr>
          <a:xfrm>
            <a:off x="393700" y="1219200"/>
            <a:ext cx="7589520" cy="2745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proposed system provides a secure and practical solution for smart attendance management in educational institutions.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Combines multiple verification layers to ensure fair and reliable attendance marking.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Reduces proxy attendance, misuse, and unauthorized access.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Improves classroom discipline and transparency in attendance calculation.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Provides a modern and scalable approach for attendance management.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Box 1"/>
          <p:cNvSpPr txBox="1"/>
          <p:nvPr/>
        </p:nvSpPr>
        <p:spPr>
          <a:xfrm>
            <a:off x="3436318" y="3142693"/>
            <a:ext cx="2271364" cy="572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3400" b="1"/>
            </a:lvl1pPr>
          </a:lstStyle>
          <a:p>
            <a:r>
              <a:t>Thank You</a:t>
            </a:r>
          </a:p>
        </p:txBody>
      </p:sp>
      <p:sp>
        <p:nvSpPr>
          <p:cNvPr id="347" name="TextBox 2"/>
          <p:cNvSpPr txBox="1"/>
          <p:nvPr/>
        </p:nvSpPr>
        <p:spPr>
          <a:xfrm>
            <a:off x="3852242" y="3200400"/>
            <a:ext cx="616556" cy="4125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 algn="ctr">
              <a:defRPr sz="2200"/>
            </a:pPr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742</Words>
  <Application>Microsoft Office PowerPoint</Application>
  <PresentationFormat>On-screen Show (4:3)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Sharma</cp:lastModifiedBy>
  <cp:revision>1</cp:revision>
  <dcterms:modified xsi:type="dcterms:W3CDTF">2026-05-16T08:32:29Z</dcterms:modified>
</cp:coreProperties>
</file>